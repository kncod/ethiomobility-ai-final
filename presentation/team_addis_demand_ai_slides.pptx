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ops problem. Emphasize three raw tables and that joining clocks/zones is half the work. Mention synthetic data for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join map left-to-right. Stress the +3h clock bug — wrong clock kills the rain signal. Point at fig06: afternoon temp peak only after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takeaways only. Growth → week_index + lags. Football before-window justifies ±2h features. These are from Deliverable B/C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Seasonal naive is the bar. HistGBM clears it. Ablation shows joins were worth it with tuned params. Mention Rule 5/6/7 briefly.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pick Kazanchis on a match day (e.g. 9 Nov) and show weather/event lookup + drivers. Close with honest next steps. Invite judges to choose zone/date.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 · Addis Demand AI — Addis ride demand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Abraham Getachew · Ahmed Hussen · Natanim Masresha · Nigus Shiferaw · Tekilu Asefa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IDAE · EDI-Qiyas-CoDiST Advanced Digital Skills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Goal: forecast hourly trips for 12 Addis Ababa zones, 1–14 Nov 2025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History: 1 Jan – 31 Oct 2025 (~85k zone-hours)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Three messy tables to integrate — not cleaned for us: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     ① ride_demand (trips by zone × hour)   ② weather_hourly (city)   ③ events_calendar (intervals)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Why it matters: tell drivers where to be, a day or two ahead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Key constraint: validate by time; only use features known at forecast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 · Cleaning &amp; integration — clocks and joins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5852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55 zone spellings → 12 canonical labels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Clock proof: trips are EAT (+03); weather is mostly UTC (Z)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Convert weather UTC→Africa/Addis_Ababa before join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Weather join: many-to-one on hour — match rate 100% after hourly spine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Events: interval join; football/concert ±2h; confirmed only (159 matched)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Sentinels fixed (rain −9999); negatives/caps logged in A1</a:t>
            </a:r>
          </a:p>
        </p:txBody>
      </p:sp>
      <p:pic>
        <p:nvPicPr>
          <p:cNvPr id="4" name="Picture 3" descr="fig06_weather_timezon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5394960" cy="2332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 · What the data says — two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1430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① Demand grew ~30% Jan→Oct — November needs trend/lags, not only seasonality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•  ② Football: largest uplift in the 2 hours before kickoff (~2.7× baseline in stadium zones)</a:t>
            </a:r>
          </a:p>
        </p:txBody>
      </p:sp>
      <p:pic>
        <p:nvPicPr>
          <p:cNvPr id="4" name="Picture 3" descr="fig03_demand_trend_with_holi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200400"/>
            <a:ext cx="5669280" cy="2317510"/>
          </a:xfrm>
          <a:prstGeom prst="rect">
            <a:avLst/>
          </a:prstGeom>
        </p:spPr>
      </p:pic>
      <p:pic>
        <p:nvPicPr>
          <p:cNvPr id="5" name="Picture 4" descr="fig08_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5669280" cy="2451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Also: Ayat is a late-launch zone (shorter history).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Rain lifts demand unevenly by zone type.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Cancelled events excluded from features.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 · Modeling &amp; evaluation — beat the seasonal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43000"/>
            <a:ext cx="57607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Split: train &lt; 18 Oct · validate 18–31 Oct (time-ordered)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Baselines: mean RMSE 27.9 · seasonal-naive 12.1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Winner: HistGBM tuned → RMSE 10.16 · MAE 6.41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Rolling origin (5 folds): 11.06 ± 0.42 RMSE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Ablation (tuned): calendar 10.43 → +events+weather 10.16 (−0.27)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Calibri"/>
              </a:rPr>
              <a:t>•  No leakage: fare / wait / drivers excluded from inputs</a:t>
            </a:r>
          </a:p>
        </p:txBody>
      </p:sp>
      <p:pic>
        <p:nvPicPr>
          <p:cNvPr id="4" name="Picture 3" descr="fig10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486400" cy="29773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 · Errors, score, demo — and what’s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8872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Errors concentrate on peak hours, holidays, and event spikes (some unlisted in the calendar)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Tried peak/rain interactions after D7 — did not help; we kept the simpler tuned model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Final validation: RMSE ≈ 10.2 trips/zone-hour (~MAE 6.4) → ~±5 drivers buffer at 1.3 trips/driver-hour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Demo (local):  python -m streamlit run app/app.py   →  http://localhost:8501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Submission: 4,032 rows · team_addis_demand_ai_submission.csv · Team: Addis Demand AI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 Next: quantile intervals for ops buffers · zone-specific models for Ayat · monitor drift after launch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